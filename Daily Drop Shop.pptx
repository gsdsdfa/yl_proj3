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E90B99-72F2-45DE-BC9A-1D9AE86FDA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DF43D74-52D2-4001-AD24-F6B61B68C8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4F826A4-7B2A-4E2A-AE1C-2A07D062C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0D296-CA16-45CE-AC33-2BD975E589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661D8D-568E-447A-9424-13A17CFBA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897D18-EA41-43AC-AC8E-D0B197FC9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6159-4D5F-4183-B51E-947C5699DA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588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B8EE91-4FB1-4E70-AD15-00747C16A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574791-65F5-4F78-9FDF-B19C612FD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1A4BCDC-2EAA-441E-AE10-186224EAB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0D296-CA16-45CE-AC33-2BD975E589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E3EE40-04B8-4EBC-990B-869DEBFDF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E1FF52-D3A2-4759-AEE8-26C41B9C7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6159-4D5F-4183-B51E-947C5699DA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5812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38A4C4-839D-4DA5-B91B-6352F20C2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5BBAA32-2173-4C44-A847-6403210A8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285093-D0AE-4050-9DE4-D42FAEC61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0D296-CA16-45CE-AC33-2BD975E589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59040F-A93A-4D65-90FC-0C74AC5C8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BE008F-C3F3-496D-86A4-B0BEA2A39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6159-4D5F-4183-B51E-947C5699DA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0392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2F119B-DC66-4EB6-9E6A-B99468598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91AC9A7-A778-4058-8725-215E5002D4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DBB8729-CBE7-4A53-ACE7-BFEEDCD19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5CA2CC-B596-4788-8648-BBB817718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0D296-CA16-45CE-AC33-2BD975E589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5724861-6D0A-460B-87C0-029B55DE4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13E05FD-D7B2-49A2-84A8-2102844F3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6159-4D5F-4183-B51E-947C5699DA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398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895E6F-5E7E-406D-A67B-D38578689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8A96D3-8D88-4827-8F95-9A137D537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6323F81-CA69-4926-97F8-AB5A1BA047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5EEA120-85BC-4937-8171-31C3C5688D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062261F-3862-42FF-ABBA-07BA5227A9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F8CAA94-B9C1-4999-A5DB-9D1C2C2F5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0D296-CA16-45CE-AC33-2BD975E589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693C4FA-BC9B-4D0A-82EC-E4539282A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E40FC31-AD25-40D7-A53C-7B6865226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6159-4D5F-4183-B51E-947C5699DA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0857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0E9241-B1B7-4DC1-884F-10090DD10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114A3B1-AE26-45BA-96E9-28708DEEE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0D296-CA16-45CE-AC33-2BD975E589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E80FE82-74DC-4FD0-A065-8EDCE7913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416B46D-11BC-4957-BB61-092440D32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6159-4D5F-4183-B51E-947C5699DA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3930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E3CD402-43CF-435F-B52B-8C4964CA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0D296-CA16-45CE-AC33-2BD975E589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702693C-0DD9-427C-B7B9-3C07078CC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0CBC2D9-0D37-4404-B347-A575D30A8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6159-4D5F-4183-B51E-947C5699DA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7665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98DEEC-B900-4723-B83F-440D470D2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469D69-48B4-496D-A93E-CD29F4145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31DD3CD-9E34-4703-9255-960A128A2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60E3C18-0904-4519-BCE4-EE940B48D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0D296-CA16-45CE-AC33-2BD975E589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E962E26-1F6F-4B32-B1B2-A1C3149D8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9FF8441-AB25-48B0-A7F0-40B597258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6159-4D5F-4183-B51E-947C5699DA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265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BEDCF8-CE9B-4F53-9637-1BF4D918F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BFAD15-D6FE-4549-A7AA-A2B68AFC52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B6E862-A441-4EA6-AAE8-8823D17998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F56C811-CE9F-4131-B379-4267586E8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0D296-CA16-45CE-AC33-2BD975E589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EF41BBE-1901-477C-9149-C23F87C76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A14377-4A5F-445E-AC64-152FB2425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6159-4D5F-4183-B51E-947C5699DA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3303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44D2E8-628F-44CD-A40B-DEF46EF03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F8FB0D1-C8FD-472A-96E3-051CB65EF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F3DBB0-1D3E-4A7E-87EB-806D7F086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0D296-CA16-45CE-AC33-2BD975E589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274812-C298-412D-BAE8-0700872E8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E66B94-F3B4-40B0-9BE4-DC079F8BB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6159-4D5F-4183-B51E-947C5699DA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1569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008945E-4DBC-4CD6-9065-B313184FB5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0F31605-3AAF-40E6-A2A6-0D7A9813E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B02ED7-B152-40F9-A02C-C1B92114C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0D296-CA16-45CE-AC33-2BD975E589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CDD7C8-510C-4BAD-825F-B42F81668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309E013-8821-437A-A41B-17717BE62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36159-4D5F-4183-B51E-947C5699DA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9800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5CE0D4-4072-433A-9B5B-396735709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98C317-9636-49F3-9476-3A9632560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87AB5E-0B9C-4D0A-B0A0-B132E99DAA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F0D296-CA16-45CE-AC33-2BD975E5891B}" type="datetimeFigureOut">
              <a:rPr lang="ru-RU" smtClean="0"/>
              <a:t>17.04.2026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7E18DB-1490-4D86-8A79-86D69B63BD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C36C44-D654-4709-B75F-3BFA866973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236159-4D5F-4183-B51E-947C5699DA0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907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7E2F53-DA7B-4019-9BD6-2C260A232F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Daily Drop Shop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82FF46C-0101-4FEC-933C-E5E3068562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err="1"/>
              <a:t>Бадертдинов</a:t>
            </a:r>
            <a:r>
              <a:rPr lang="ru-RU" dirty="0"/>
              <a:t> Фаиз, </a:t>
            </a:r>
            <a:r>
              <a:rPr lang="ru-RU" dirty="0" err="1"/>
              <a:t>Бадертдинова</a:t>
            </a:r>
            <a:r>
              <a:rPr lang="ru-RU" dirty="0"/>
              <a:t> </a:t>
            </a:r>
            <a:r>
              <a:rPr lang="ru-RU" dirty="0" err="1"/>
              <a:t>Назиля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9605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C2A60F-EDBD-4FEC-8546-7C45C2372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15DDB5-A198-4382-A867-599E7CF35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Daily Drop Shop – web – </a:t>
            </a:r>
            <a:r>
              <a:rPr lang="ru-RU" dirty="0"/>
              <a:t>сайт, реализованный на питоне с помощью библиотеки </a:t>
            </a:r>
            <a:r>
              <a:rPr lang="en-US" dirty="0"/>
              <a:t>flask</a:t>
            </a:r>
            <a:r>
              <a:rPr lang="ru-RU" dirty="0"/>
              <a:t>. Это непростой интернет-магазин, каждый день доступно ограниченное количество товара. Каждый день товары обновляются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Задачи:</a:t>
            </a:r>
          </a:p>
          <a:p>
            <a:pPr marL="0" indent="0">
              <a:buNone/>
            </a:pPr>
            <a:r>
              <a:rPr lang="ru-RU" dirty="0"/>
              <a:t>	1) развлечься</a:t>
            </a:r>
          </a:p>
        </p:txBody>
      </p:sp>
    </p:spTree>
    <p:extLst>
      <p:ext uri="{BB962C8B-B14F-4D97-AF65-F5344CB8AC3E}">
        <p14:creationId xmlns:p14="http://schemas.microsoft.com/office/powerpoint/2010/main" val="1952268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1D4667-67B5-4870-8424-19F9E6425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реализации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3DA498-37FA-46C7-87CD-CF108B0D71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6255"/>
            <a:ext cx="10515600" cy="509662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Страницы:</a:t>
            </a:r>
          </a:p>
          <a:p>
            <a:pPr marL="0" indent="0">
              <a:buNone/>
            </a:pPr>
            <a:r>
              <a:rPr lang="ru-RU" dirty="0"/>
              <a:t>	1) </a:t>
            </a:r>
            <a:r>
              <a:rPr lang="en-US" dirty="0"/>
              <a:t>/register – </a:t>
            </a:r>
            <a:r>
              <a:rPr lang="ru-RU" dirty="0"/>
              <a:t>страница для регистрации</a:t>
            </a:r>
          </a:p>
          <a:p>
            <a:pPr marL="0" indent="0">
              <a:buNone/>
            </a:pPr>
            <a:r>
              <a:rPr lang="ru-RU" dirty="0"/>
              <a:t>	2) </a:t>
            </a:r>
            <a:r>
              <a:rPr lang="en-US" dirty="0"/>
              <a:t>/login</a:t>
            </a:r>
            <a:r>
              <a:rPr lang="ru-RU" dirty="0"/>
              <a:t> – страница для авторизации</a:t>
            </a:r>
          </a:p>
          <a:p>
            <a:pPr marL="0" indent="0">
              <a:buNone/>
            </a:pPr>
            <a:r>
              <a:rPr lang="ru-RU" dirty="0"/>
              <a:t>	3)</a:t>
            </a:r>
            <a:r>
              <a:rPr lang="en-US" dirty="0"/>
              <a:t> /logout</a:t>
            </a:r>
            <a:r>
              <a:rPr lang="ru-RU" dirty="0"/>
              <a:t> – страница для выхода из аккаунта</a:t>
            </a:r>
          </a:p>
          <a:p>
            <a:pPr marL="0" indent="0">
              <a:buNone/>
            </a:pPr>
            <a:r>
              <a:rPr lang="ru-RU" dirty="0"/>
              <a:t>	4) </a:t>
            </a:r>
            <a:r>
              <a:rPr lang="en-US" dirty="0"/>
              <a:t>/product/&lt;id&gt; - </a:t>
            </a:r>
            <a:r>
              <a:rPr lang="ru-RU" dirty="0"/>
              <a:t>страница конкретного товара</a:t>
            </a:r>
          </a:p>
          <a:p>
            <a:pPr marL="0" indent="0">
              <a:buNone/>
            </a:pPr>
            <a:r>
              <a:rPr lang="ru-RU" dirty="0"/>
              <a:t>	5) </a:t>
            </a:r>
            <a:r>
              <a:rPr lang="en-US" dirty="0"/>
              <a:t>/history – </a:t>
            </a:r>
            <a:r>
              <a:rPr lang="ru-RU" dirty="0"/>
              <a:t>страница для просмотра истории покупок</a:t>
            </a:r>
          </a:p>
          <a:p>
            <a:pPr marL="0" indent="0">
              <a:buNone/>
            </a:pPr>
            <a:r>
              <a:rPr lang="ru-RU" dirty="0"/>
              <a:t>	6) </a:t>
            </a:r>
            <a:r>
              <a:rPr lang="en-US" dirty="0"/>
              <a:t>/profile</a:t>
            </a:r>
            <a:r>
              <a:rPr lang="ru-RU" dirty="0"/>
              <a:t> – страница профиля</a:t>
            </a:r>
          </a:p>
          <a:p>
            <a:pPr marL="0" indent="0">
              <a:buNone/>
            </a:pPr>
            <a:r>
              <a:rPr lang="ru-RU" dirty="0"/>
              <a:t>	7)</a:t>
            </a:r>
            <a:r>
              <a:rPr lang="en-US" dirty="0"/>
              <a:t> /drops – </a:t>
            </a:r>
            <a:r>
              <a:rPr lang="ru-RU" dirty="0"/>
              <a:t>страница для просмотра последних товаров</a:t>
            </a:r>
          </a:p>
          <a:p>
            <a:pPr marL="0" indent="0">
              <a:buNone/>
            </a:pPr>
            <a:r>
              <a:rPr lang="ru-RU" dirty="0"/>
              <a:t>	8) </a:t>
            </a:r>
            <a:r>
              <a:rPr lang="en-US" dirty="0"/>
              <a:t>/admin/products</a:t>
            </a:r>
            <a:r>
              <a:rPr lang="ru-RU" dirty="0"/>
              <a:t> – страница управления товарами</a:t>
            </a:r>
          </a:p>
        </p:txBody>
      </p:sp>
    </p:spTree>
    <p:extLst>
      <p:ext uri="{BB962C8B-B14F-4D97-AF65-F5344CB8AC3E}">
        <p14:creationId xmlns:p14="http://schemas.microsoft.com/office/powerpoint/2010/main" val="421104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08040A-1011-446D-A444-62E227947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2A80C9-3371-48C5-9639-86639AC0F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Web – </a:t>
            </a:r>
            <a:r>
              <a:rPr lang="ru-RU" dirty="0"/>
              <a:t>сайт «</a:t>
            </a:r>
            <a:r>
              <a:rPr lang="en-US" dirty="0"/>
              <a:t>Daily Drop Shop</a:t>
            </a:r>
            <a:r>
              <a:rPr lang="ru-RU" dirty="0"/>
              <a:t>» успешно реализован на питоне с помощью библиотеки </a:t>
            </a:r>
            <a:r>
              <a:rPr lang="en-US" dirty="0"/>
              <a:t>flask</a:t>
            </a:r>
            <a:r>
              <a:rPr lang="ru-RU" dirty="0"/>
              <a:t>. Товар выдается в ограниченном количестве и обновляется каждый день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Что можно улучшить:</a:t>
            </a:r>
          </a:p>
          <a:p>
            <a:pPr marL="0" indent="0">
              <a:buNone/>
            </a:pPr>
            <a:r>
              <a:rPr lang="ru-RU" dirty="0"/>
              <a:t>	1)сделать более красивый интерфейс</a:t>
            </a:r>
          </a:p>
          <a:p>
            <a:pPr marL="0" indent="0">
              <a:buNone/>
            </a:pPr>
            <a:r>
              <a:rPr lang="ru-RU" dirty="0"/>
              <a:t>	2)добавить расписание появления товаров</a:t>
            </a:r>
          </a:p>
        </p:txBody>
      </p:sp>
    </p:spTree>
    <p:extLst>
      <p:ext uri="{BB962C8B-B14F-4D97-AF65-F5344CB8AC3E}">
        <p14:creationId xmlns:p14="http://schemas.microsoft.com/office/powerpoint/2010/main" val="131979586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177</Words>
  <Application>Microsoft Office PowerPoint</Application>
  <PresentationFormat>Широкоэкранный</PresentationFormat>
  <Paragraphs>23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Daily Drop Shop</vt:lpstr>
      <vt:lpstr>Введение</vt:lpstr>
      <vt:lpstr>Описание реализации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Daily Drop Shop</dc:title>
  <dc:creator>vzik vazikovich</dc:creator>
  <cp:lastModifiedBy>vzik vazikovich</cp:lastModifiedBy>
  <cp:revision>3</cp:revision>
  <dcterms:created xsi:type="dcterms:W3CDTF">2026-04-17T13:56:30Z</dcterms:created>
  <dcterms:modified xsi:type="dcterms:W3CDTF">2026-04-17T14:18:46Z</dcterms:modified>
</cp:coreProperties>
</file>